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MARUTHI</a:t>
            </a:r>
          </a:p>
          <a:p>
            <a:pPr>
              <a:defRPr sz="2200" b="1">
                <a:solidFill>
                  <a:srgbClr val="3B82F6"/>
                </a:solidFill>
              </a:defRPr>
            </a:pPr>
            <a:r>
              <a:t>AI Retail Copilot for Small Retailers (MSME Business Intelligence)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Problem Statement ID: HV-MSME-05 | Smart Manufacturing, MSMEs &amp; Industry 6.0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Comprehensive Portal Architecture &amp; Deep Feature Walkthrough:</a:t>
            </a:r>
            <a:br/>
            <a:r>
              <a:t>Smartphone-First BI • Voice &amp; Text Sales Capture • AI Invoice Parser • Deterministic Demand Forecasting • Grounded AI Advisor • Local/Seasonal Intel • Verifiable PDF/XLSX/PNG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MSME Retail Challenge &amp; MARUTHI Breakthrough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12M+ Micro-Retailers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Over 12 million Kirana stores in India operate manually or using paper ledgers without real-time inventory or profit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Hardware Barriers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Traditional POS hardware, barcode scanners, and annual software subscriptions are unaffordable for small retailers.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Stockouts &amp; Dead Capital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Retailers lose up to 18% revenue from out-of-stock top sellers while working capital is trapped in slow-moving stock.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The MARUTHI Promise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Complete enterprise BI using ONLY a smartphone browser — ₹0 hardware cost, 0 barcode scanners, and 100% verified financials.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MARUTHI Web Portal Navigation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📊 Dashboard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revenue, profit, margin %, inventory valuation, Recharts trend graphs, and top seller cards.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🗣️ Record Sale / Invoice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Dual capture mode: Natural voice/text NLP sales review + Wholesale paper invoice OCR photo 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📈 Demand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Deterministic stock coverage days, reorder quantity math, and automated stock risk classifications.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🤖 AI Business Advisor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Grounded daily action plans organized by priority level with strict read-only safety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📍 Local &amp; Seasonal Intel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3-tier location resolver (GPS → Manual → Store) with Indian festival demand drivers &amp; locality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📑 Business Reports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Centralized data service exporting consistent PDF, 7-sheet Excel (XLSX), and PNG dashboard 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Real-Time BI Dashboard &amp; Analytics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📈 Key Metric Cards &amp; Interactive Charts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Today's Revenue (₹): Total sales generated today.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Today's Gross Profit (₹): Net profit after deducting COGS.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Gross Margin (%): (Profit / Revenue) × 100.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Total Inventory Value (₹): Capital tied up in stock.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Stock Alert Counters: Real-time Out-of-Stock and Low-Stock counts.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Recharts Trend Visualizations: Smooth area charts for 7, 30, 90-day daily sales and profit dynamics.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🏷️ Top Sellers &amp; Product Detail Analytics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Top Sellers Card: Ranks products by sales volume &amp; total revenue.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Profit Leaders Card: Highlights highest gross-margin items.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Single-Product Modal: Click any product to launch deep-dive analytics card.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Modal Insights: Displays unit sales history, stock turnover velocity, profit contribution %, and clean empty states when no sales exist.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Responsive Design: Renders cleanly on Mobile, Tablet, Laptop, and PC.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Natural Language Sales Capture &amp; Candidate Resolver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🗣️ Voice &amp; Text NLP Entry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Web Speech API: Voice recording with fallback warning for unsupported browsers.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Multilingual Natural Input: Accepts phrases like 'Sold 3 Coca-Cola 250ml and 2 Lays Classic Salted 50g'.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Quantity Extraction: Automatically extracts integer quantities (e.g. 3 units Coke, 2 units Lays).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Side-Effect Preview: Renders financial review preview before any database modification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Candidate Resolver Logic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EXACT Match (Score 1.0): Top candidate score 1.0 sets match_status: 'EXACT', populates product ID, prices &amp; line total, and sets requires_review: False.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MATCHED Status (Score &gt;= 0.85): High confidence match pre-selected for review.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AMBIGUOUS Status (Competing scores): Displays candidate selector dropdown pre-selecting candidate #1.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Explicit Confirmation: Inventory decreases ONLY when user clicks 'Confirm Sale'.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Supplier Invoice OCR &amp; Stock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📸 Photo Upload &amp; Extraction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Supported Formats: JPG, PNG, WebP image upload up to 10MB.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OCR Extraction: Vision AI + demo parser extracts supplier name, invoice number, invoice date, line items, quantities, and unit purchase prices.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Product Auto-Matching: Matches extracted wholesale names against existing store inventory.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Zero-Side-Effect Preview: Renders interactive review modal without altering 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Validation &amp; Stock Update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Duplicate Protection: Checks invoice numbers to prevent double processing.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New Product Creation: Inline product modal for unmatched items requiring explicit selling_price &gt; 0 and selling_price &gt;= purchase_price.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Validation Enforcement: Disables 'Confirm Stock Update' button while any new product violates price rules.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Transactional Stock Increase: Inventory increases atomically upon POST /api/purchases/confirm.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Inventory Management &amp; Strict Transactional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📦 Live Inventory Table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Comprehensive Attributes: Product Name, Category, Brand, Unit, Purchase Price (CP), Selling Price (SP), Quantity, Reorder Level.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Search &amp; Category Filters: Real-time search filter by product name, category, or brand.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Add &amp; Edit Product Modal: Full CRUD support for product catalog management.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Low-Stock Badges: Highlights products falling at or below reorder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🛡️ Anti-Negative Stock Safety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Strict Stock Guard: Inventory decreases ONLY on explicit sales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Anti-Negative Protection: If sold quantity &gt; available stock, sale confirmation is rejected with HTTP 400 Bad Request ('Insufficient stock').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Stock Increase Guard: Inventory increases ONLY on explicit purchase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Transactional Atomicity: All database writes execute within atomic DB transactions.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Deterministic Demand Forecasting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📈 Baseline Demand Formula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Weighted Moving Average: Daily Demand = (0.5 × recent 7d avg) + (0.3 × prev 7d avg) + (0.2 × 30d avg).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Days of Coverage: Days of Stock = Current Stock / Estimated Daily Demand.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Reorder Quantity Math: Recommended Purchase = Daily Demand × 7 - Current Stock.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Explainable Math: Transparent formula breakdown returned for every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🚦 Stock Risk Classifications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🚨 OUT_OF_STOCK: Current inventory is 0 units.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⚠️ LOW_STOCK: Current stock is at or below defined reorder level.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🟡 AT_RISK: Days of coverage is less than 3 days.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🟢 HEALTHY: Inventory level provides adequate coverage (&gt;3 days).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Reorder Action Cards: Allows store owners to add reorder items directly to purchase draft.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Grounded AI Advisor &amp; Verified Evidence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🤖 Evidence Gathering &amp; Grounding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Fact Gathering: Collects exact financials, stock risks, profit leaders, and dead stock from database.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Anti-Hallucination Guardrails: AI is strictly barred from inventing prices, margins, or sales figures.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Evidence Badges: Categorizes outputs into [FACT] (verified DB value) vs [RECOMMENDATION] (suggestion).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Prioritized Action Plan: Renders daily action plan organized by Priority 1, 2, and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⚙️ Fallback Engine &amp; Read-Only Safety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API Key Dependency: Operates smoothly when AI credentials (Gemini/OpenAI) are unconfigured.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Deterministic Fallback: Generates structured action plans using Phase 5 forecasting &amp; financial data.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Transparent Mode Badge: Displays '🤖 Gemini AI Grounded' or '⚙️ Deterministic Engine' badge in UI.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100% Read-Only Safety: Calling /api/advisor/tomorrow or /api/advisor/ask causes 0 database side-effects.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Seasonal &amp; Local Intelligence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📍 3-Tier Location Resolver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Tier 1 (Browser GPS): Geolocation detection returning 'GPS Location (GPS: 17.4375, 78.4482)'.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Tier 2 (Manual Input): Manual entry fallback (e.g. 'Koramangala, Bengaluru').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Tier 3 (Default Shop): Default store fallback ('Sri Lakshmi General Store, Ameerpet, Hyderabad').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Honest Labeling: Always clearly displays location source badge in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🗓️ 3-Level Evidence Badges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[FACT]: Verified MARUTHI store internal sales &amp; inventory data.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[SIGNAL]: Verified external climate drivers &amp; upcoming Indian festival dates (e.g. Raksha Bandhan, Ganesh Chaturthi, Deepavali).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[RECOMMENDATION]: Actionable advice categorized into WHAT MAY SELL MORE, WHAT TO STOCK, &amp; AVOID OVERSTOCKING.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Why-Reasoning: Explains exact business rationale for every recommendation.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Verifiable Multi-Format Business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PDF Business Report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ReportLab engine generating formatted PDF report with store metadata, financial summary, stock alerts, and AI advisor priority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Excel (XLSX) Report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openpyxl 7-sheet workbook (Overview, Products, Inventory, Sales, Forecasting, Advisor, Intelligence) for deep accounting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PNG Snapshot Card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Matplotlib 1080px clean dashboard card for instant WhatsApp sharing with retail staff or bank loan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100% Numeric Consistency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All 3 formats consume the exact same centralized report data object. Zero numeric discrepancy between PDF, Excel &amp; PNG.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FINANCIAL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Pure Server-Side Deterministic Financial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🧮 Mathematical Financial Formulas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Revenue: SUM(quantity × selling_price)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COGS (Cost of Goods Sold): SUM(quantity × purchase_price)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Gross Profit: Revenue - COGS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Gross Margin (%): (Gross Profit / Revenue) × 100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Inventory Purchases: inventory.quantity += purchased_quantity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Inventory Sales: inventory.quantity -= sold_quantity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🔒 Security &amp; Rejection Guardrails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Client Price Rejection: Client-supplied selling/purchase prices or LLM estimates are 100% rejected server-side during sales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Authoritative Store Database: Prices are fetched strictly from Product table.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Anti-Tampering Protection: Prevents malicious frontend price manipulation.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Auditable Financial History: All transactions logged with exact unit cost &amp; selling price snapshots.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Infrastructure &amp; Production Bundle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💻 Stack &amp; DB Flexibility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Frontend: React + Vite (PWA-ready responsive layout)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Backend Framework: FastAPI (Python 3.10+), Pydantic V2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Dual DB Architecture: Zero-setup SQLite (maruthi.db) for local dev/test + PostgreSQL / Supabase DDL (database/schema.sql) for cloud production.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Seed Script: Includes realistic MSME Kirana store seed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Production Optimization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Vite Chunk Splitting: Configured manualChunks in vite.config.js for vendor-react, vendor-icons &amp; vendor-recharts.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Bundle Reduction: Main JS bundle size dropped from 647.5 kB to 109.25 kB.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Fast Load Time: Instant page render even on low-bandwidth 3G mobile networks.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Build Warnings: Builds cleanly in 8.79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Pytest Suite &amp; E2E Flow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🧪 Automated Test Coverage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Total Tests: 83 / 83 Pytest tests passing (100% pass rate in 10.33s).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Modules Covered: test_advisor, test_analytics, test_financials, test_health, test_intelligence, test_invoice, test_reports, test_sales.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Test Isolation: Auto-use database re-initialization fixture before every test function.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Match Status Coverage: Verified EXACT, MATCHED &amp; AMBIGUOUS NLP parsing test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🔄 Live E2E Flow Verification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Natural Sales Flow: Parsed 'Sold 3 Coca-Cola 250ml &amp; 2 Lays', verified ₹100 Revenue &amp; ₹23 Profit, confirmed sale, verified stock reduction.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Invoice Flow: Uploaded invoice preview, confirmed stock increase.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Dashboard &amp; History: Verified sales history &amp; today's dashboard metrics update.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Clean Reset: Restored test database state back to initial baseline.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CONCLUSION &amp;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MARUTHI — Ready for MSME Retail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🏆 Project Summary &amp; GitHub Repository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Zero Hardware Cost Promise: High-tech enterprise BI accessible to any Kirana store owner using only a smartphone.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100% Verified &amp; Frozen: All 8 Phases fully implemented, tested &amp; verified.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83/83 Pytests Passing &amp; 0 Frontend Build Errors.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Complete Documentation: README.md, QUICKSTART.md &amp; 15-Slide Presentation included.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🔗 GitHub Repository URL: https://github.com/KSudheer21/msme-bi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