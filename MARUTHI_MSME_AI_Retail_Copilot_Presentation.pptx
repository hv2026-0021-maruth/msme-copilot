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371600"/>
            <a:ext cx="137160" cy="4114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8FAFC"/>
                </a:solidFill>
              </a:defRPr>
            </a:pPr>
            <a:r>
              <a:t>MARUTHI</a:t>
            </a:r>
          </a:p>
          <a:p>
            <a:pPr>
              <a:defRPr sz="2200" b="1">
                <a:solidFill>
                  <a:srgbClr val="3B82F6"/>
                </a:solidFill>
              </a:defRPr>
            </a:pPr>
            <a:r>
              <a:t>AI Retail Copilot for Small Retailers (MSME Business Intelligence)</a:t>
            </a:r>
          </a:p>
          <a:p>
            <a:pPr>
              <a:defRPr sz="1400">
                <a:solidFill>
                  <a:srgbClr val="10B981"/>
                </a:solidFill>
              </a:defRPr>
            </a:pPr>
            <a:r>
              <a:t>Problem Statement ID: HV-MSME-05 | Smart Manufacturing, MSMEs &amp; Industry 6.0</a:t>
            </a:r>
          </a:p>
          <a:p>
            <a:br/>
            <a:pPr>
              <a:defRPr sz="1500">
                <a:solidFill>
                  <a:srgbClr val="94A3B8"/>
                </a:solidFill>
              </a:defRPr>
            </a:pPr>
            <a:r>
              <a:t>Empowering Kirana &amp; Micro-Retailers with Smartphone-First BI, Natural Voice/Text Sales Capture, AI Invoice Parsing, Deterministic Forecasting &amp; Grounded AI Business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PROBLEM CONTEXT &amp;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The MSME Retail Challenge in India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12M+ Micro-Retailers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Over 12 million Kirana stores in India operate manually or using paper ledgers without real-time inventory or profit visibility.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Hardware Barriers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Traditional POS hardware, barcode scanners, and annual software subscriptions are unaffordable for small retailers.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Stockouts &amp; Dead Capital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Retailers lose up to 18% revenue from out-of-stock top sellers while working capital is trapped in slow-moving stock.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Smartphone-First Promise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MARUTHI enables complete business intelligence using ONLY a smartphone — zero hardware or barcode scanners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CORE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MARUTHI Autonomous Retail Intelligence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1. Natural Capture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Speak or type sales ('Sold 3 Coke &amp; 2 Lays'). Automatic exact product matching &amp; instant revenue/profit calculation.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2. AI Invoice Parser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Zero-side-effect photo extraction. Matches supplier line items &amp; unit costs with duplicate invoice protection.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64592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59E0B"/>
                </a:solidFill>
              </a:defRPr>
            </a:pPr>
            <a:r>
              <a:t>3. Deterministic Engine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100% server-side calculation for Revenue, COGS, Profit &amp; Margin %. Zero client or LLM price hallucination.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8FAFC"/>
                </a:solidFill>
              </a:defRPr>
            </a:pPr>
            <a:r>
              <a:t>4. Demand Forecasting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Weighted moving average (0.5×7d + 0.3×prev7d + 0.2×30d), stock coverage days &amp; reorder recommendations.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402336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B82F6"/>
                </a:solidFill>
              </a:defRPr>
            </a:pPr>
            <a:r>
              <a:t>5. Grounded AI Advisor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Daily prioritized action plan grounded 100% in database facts with strict read-only safety guarantees.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4023360"/>
            <a:ext cx="338328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6. Seasonal/Local Intel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3-tier location resolver (GPS → Manual → Store) with Indian festival demand drivers &amp; locality signals.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TECHNOLOGY &amp; DETERMINISTIC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Robust Modern Tech Stack &amp; Non-Negotiable Rules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💻 Modern Technology Stack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Frontend: React + Vite (PWA-ready responsive layout)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UI Library: Lucide Icons &amp; Recharts Interactive Visualizations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Backend Framework: FastAPI (Python 3.10+), Pydantic V2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ORM &amp; Database: SQLAlchemy with PostgreSQL/Supabase DDL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Local Dev / Testing DB: Zero-setup SQLite (maruthi.db)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Report Engines: ReportLab (PDF), openpyxl (XLSX), Matplotlib (PNG)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🛡️ Core Business &amp; Safety Rules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Deterministic Financials: Revenue = SUM(qty × selling_price), COGS = SUM(qty × purchase_price).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Client Price Rejection: Client-supplied prices or LLM estimates are 100% ignored during confirmation.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Read-Only Safety: Advisor, Reports, Intelligence, and NLP previews cause ZERO database mutations.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Transactional Stock Safety: Inventory increases ONLY on POST /api/purchases/confirm and decreases ONLY on POST /api/sales/confirm.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Anti-Negative Stock: Sales exceeding current stock are rejected with explicit HTTP 400 Bad Request.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FEATURE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Natural Language Sales &amp; AI Invoice Capture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🗣️ Natural Language Sales Capture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Speech &amp; Text Entry: Web Speech API voice capture + text parser.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Phrase Parsing: Parses 'Sold 3 Coca-Cola 250ml and 2 Lays Classic Salted 50g'.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Product Candidate Matching: Exact, normalized, substring, and fuzzy matching.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Status Classification: Returns match_status: 'EXACT', 'MATCHED', or 'AMBIGUOUS'.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Instant Review: Calculates ₹100 Revenue &amp; ₹23 Profit preview with 0 DB side-effects.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📄 AI Supplier Invoice Parser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Photo Upload: Upload JPG/PNG image of paper wholesale invoice.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Item Extraction: Vision AI + demo fallback parser extracts item names, quantities &amp; unit costs.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Product Auto-Matching: Matches extracted names against store inventory.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Duplicate Protection: Checks invoice numbers to prevent duplicate entry.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Stock Increase: Confirms stock update &amp; inline creation of new products.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FEATURE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Real-Time Dashboard &amp; Deterministic Forecasting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📊 Real-Time BI Dashboard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Key Metrics: Today Revenue, Today Profit, Gross Margin %, Inventory Valuation, Low/Out-of-Stock counters.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Recharts Visualizations: Interactive daily sales and profit trend area charts (7, 30, 90-day periods).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Top Sellers &amp; Profit Leaders: Categorized ranking of highest volume and profit-generating items.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Product Detail Modal: Deep-dive single-product analytics card with inventory velocity &amp; margin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📈 Deterministic Demand Forecasting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Baseline Formula: 0.5 × recent 7d avg + 0.3 × prev 7d avg + 0.2 × 30d avg.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Days of Coverage: Days of Stock = Current Stock / Estimated Daily Demand.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Stock Risk Classification: OUT_OF_STOCK, LOW_STOCK, AT_RISK (&lt;3d), HEALTHY.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Reorder Suggestions: Recommended purchase quantity = Daily Demand × 7 - Current Stock.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Explainable Math: Transparent formula breakdown returned for every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FEATURE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Grounded AI Advisor &amp; Verified Evidence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🤖 Verified Evidence Pipeline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Database Fact Gathering: Collects exact financials, reorder items, profit leaders, and slow-moving products.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Anti-Hallucination Guardrails: LLM is strictly prohibited from inventing sales, prices, inventory, or margins.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Explicit Fact vs Recommendation: Categorizes outputs into [FACT] (verified DB value) vs [RECOMMENDATION] (suggestion).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Prioritized Daily Plan: Renders tomorrow's action plan organized by priority level (Priority 1, 2, 3).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⚙️ Deterministic Fallback Engine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Zero API Key Dependency: Operates smoothly when AI credentials (Gemini/OpenAI) are unconfigured.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Deterministic Logic: Generates structured action plans using Phase 5 forecasting &amp; financial data.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Transparent Mode Badge: Displays '🤖 Gemini AI Grounded' or '⚙️ Deterministic Engine' badge in UI.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100% Read-Only Safety: Calling /api/advisor/tomorrow or /api/advisor/ask causes 0 database side-effects.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FEATURE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Seasonal &amp; Local Intelligence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📍 3-Tier Location Resolver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Tier 1 (Browser GPS): Geolocation detection returning 'GPS Location (GPS: 17.4375, 78.4482)'.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Tier 2 (Manual Input): Manual entry fallback (e.g. 'Koramangala, Bengaluru').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Tier 3 (Default Shop): Default store fallback ('Sri Lakshmi General Store, Ameerpet, Hyderabad').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Honest Labeling: Always clearly displays location source badge in UI.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</a:defRPr>
            </a:pPr>
            <a:r>
              <a:t>🗓️ 3-Level Evidence Badges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[FACT]: Verified MARUTHI store internal sales &amp; inventory data.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[SIGNAL]: Verified external climate drivers &amp; upcoming Indian festival dates.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[RECOMMENDATION]: Actionable advice categorized into WHAT MAY SELL MORE, WHAT TO STOCK, &amp; AVOID OVERSTOCKING.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Why-Reasoning: Explains exact business rationale for every recommendation.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FEATURE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Verifiable Multi-Format Business Reports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F4444"/>
                </a:solidFill>
              </a:defRPr>
            </a:pPr>
            <a:r>
              <a:t>PDF Business Report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ReportLab engine generating formatted PDF report with store metadata, financial summary, stock alerts, and AI advisor priority 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64592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10B981"/>
                </a:solidFill>
              </a:defRPr>
            </a:pPr>
            <a:r>
              <a:t>Excel (XLSX) Report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openpyxl 7-sheet workbook (Overview, Products, Inventory, Sales, Forecasting, Advisor, Intelligence) for deep accounting audits.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3B82F6"/>
                </a:solidFill>
              </a:defRPr>
            </a:pPr>
            <a:r>
              <a:t>PNG Snapshot Card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Matplotlib 1080px clean dashboard card for instant WhatsApp sharing with retail staff or bank loan applications.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4023360"/>
            <a:ext cx="512064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100% Numeric Consistency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All 3 formats consume the exact same centralized report data object. Zero numeric discrepancy between PDF, Excel &amp; PNG.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SUMMARY &amp; 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MARUTHI — Ready for MSME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10B981"/>
                </a:solidFill>
              </a:defRPr>
            </a:pPr>
            <a:r>
              <a:t>🏆 Project Status &amp; Quality Metrics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✅ Automated Pytest Suite: 83 / 83 tests passing (100% pass rate in 10.33s).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✅ Frontend Production Build: npm run build completed in 8.79s (0 build errors).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✅ Optimized Production Bundle: Main JS chunk size reduced from 647.5 kB to 109.25 kB.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✅ Complete Phase Coverage: Phases 1–8 fully implemented, verified &amp; frozen.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✅ Zero Hardware Cost: Empowers Kirana store owners using only a smartphone browser.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🔗 GitHub Repository: https://github.com/KSudheer21/msme-bi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