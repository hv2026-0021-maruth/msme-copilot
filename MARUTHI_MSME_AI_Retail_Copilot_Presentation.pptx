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MARUTHI</a:t>
            </a:r>
          </a:p>
          <a:p>
            <a:pPr>
              <a:defRPr sz="2200" b="1">
                <a:solidFill>
                  <a:srgbClr val="3B82F6"/>
                </a:solidFill>
              </a:defRPr>
            </a:pPr>
            <a:r>
              <a:t>AI Retail Copilot for Small Retailers (MSME Business Intelligence)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Problem Statement ID: HV-MSME-05 | Smart Manufacturing, MSMEs &amp; Industry 6.0</a:t>
            </a:r>
          </a:p>
          <a:p>
            <a:br/>
            <a:pPr>
              <a:defRPr sz="1500">
                <a:solidFill>
                  <a:srgbClr val="94A3B8"/>
                </a:solidFill>
              </a:defRPr>
            </a:pPr>
            <a:r>
              <a:t>Empowering Kirana &amp; Micro-Retailers with Smartphone-First BI, Natural Voice/Text Sales Capture, AI Invoice Parsing, Deterministic Forecasting &amp; Grounded AI Business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PROBLEM CONTEXT &amp;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MSME Retail Challenge in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12M+ Micro-Retailers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Over 12 million Kirana stores in India operate manually or using paper ledgers without real-time inventory or profit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Hardware Barriers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Traditional POS hardware, barcode scanners, and annual software subscriptions are unaffordable for small retailers.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Stockouts &amp; Dead Capital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Retailers lose up to 18% revenue from out-of-stock top sellers while working capital is trapped in slow-moving stock.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Smartphone-First Promise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MARUTHI enables complete business intelligence using ONLY a smartphone — zero hardware or barcode scanners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CORE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MARUTHI Autonomous Retail Intelligence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1. Natural Capture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Speak or type sales ('Sold 3 Coke &amp; 2 Lays'). Automatic exact product matching &amp; instant revenue/profit calculation.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2. AI Invoice Parser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Zero-side-effect photo extraction. Matches supplier line items &amp; unit costs with duplicate invoice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3. Deterministic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100% server-side calculation for Revenue, COGS, Profit &amp; Margin %. Zero client or LLM price hallucination.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4. Demand Forecasting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Weighted moving average (0.5×7d + 0.3×prev7d + 0.2×30d), stock coverage days &amp; reorder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5. Grounded AI Advisor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Daily prioritized action plan grounded 100% in database facts with strict read-only safety guarantees.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6. Seasonal/Local Intel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3-tier location resolver (GPS → Manual → Store) with Indian festival demand drivers &amp; locality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TECHNOLOGY &amp; DETERMINISTIC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Robust Modern Tech Stack &amp; Non-Negotiable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💻 Modern Technology Stack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Frontend: React + Vite (PWA-ready responsive layout)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UI Library: Lucide Icons &amp; Recharts Interactive Visualizations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Backend Framework: FastAPI (Python 3.10+), Pydantic V2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ORM &amp; Database: SQLAlchemy with PostgreSQL/Supabase DDL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Local Dev / Testing DB: Zero-setup SQLite (maruthi.db)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Report Engines: ReportLab (PDF), openpyxl (XLSX), Matplotlib (PNG)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🛡️ Core Business &amp; Safety Rules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Deterministic Financials: Revenue = SUM(qty × selling_price), COGS = SUM(qty × purchase_price).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Client Price Rejection: Client-supplied prices or LLM estimates are 100% ignored during confirmation.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Read-Only Safety: Advisor, Reports, Intelligence, and NLP previews cause ZERO database mutations.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Transactional Stock Safety: Inventory increases ONLY on POST /api/purchases/confirm and decreases ONLY on POST /api/sales/confirm.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Anti-Negative Stock: Sales exceeding current stock are rejected with explicit HTTP 400 Bad Request.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FEATURE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Natural Language Sales &amp; AI Invoice Capture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🗣️ Natural Language Sales Capture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Speech &amp; Text Entry: Web Speech API voice capture + text parser.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Phrase Parsing: Parses 'Sold 3 Coca-Cola 250ml and 2 Lays Classic Salted 50g'.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Product Candidate Matching: Exact, normalized, substring, and fuzzy matching.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Status Classification: Returns match_status: 'EXACT', 'MATCHED', or 'AMBIGUOUS'.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Instant Review: Calculates ₹100 Revenue &amp; ₹23 Profit preview with 0 DB side-effects.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📄 AI Supplier Invoice Parser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Photo Upload: Upload JPG/PNG image of paper wholesale invoice.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Item Extraction: Vision AI + demo fallback parser extracts item names, quantities &amp; unit costs.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Product Auto-Matching: Matches extracted names against store inventory.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Duplicate Protection: Checks invoice numbers to prevent duplicate entry.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Stock Increase: Confirms stock update &amp; inline creation of new products.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FEATURE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Real-Time Dashboard &amp; Deterministic Forecasting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📊 Real-Time BI Dashboard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Key Metrics: Today Revenue, Today Profit, Gross Margin %, Inventory Valuation, Low/Out-of-Stock counters.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Recharts Visualizations: Interactive daily sales and profit trend area charts (7, 30, 90-day periods).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Top Sellers &amp; Profit Leaders: Categorized ranking of highest volume and profit-generating items.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Product Detail Modal: Deep-dive single-product analytics card with inventory velocity &amp; margin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📈 Deterministic Demand Forecasting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Baseline Formula: 0.5 × recent 7d avg + 0.3 × prev 7d avg + 0.2 × 30d avg.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Days of Coverage: Days of Stock = Current Stock / Estimated Daily Demand.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Stock Risk Classification: OUT_OF_STOCK, LOW_STOCK, AT_RISK (&lt;3d), HEALTHY.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Reorder Suggestions: Recommended purchase quantity = Daily Demand × 7 - Current Stock.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Explainable Math: Transparent formula breakdown returned for every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FEATURE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Grounded AI Advisor &amp; Verified Evidence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🤖 Verified Evidence Pipeline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Database Fact Gathering: Collects exact financials, reorder items, profit leaders, and slow-moving products.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Anti-Hallucination Guardrails: LLM is strictly prohibited from inventing sales, prices, inventory, or margins.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Explicit Fact vs Recommendation: Categorizes outputs into [FACT] (verified DB value) vs [RECOMMENDATION] (suggestion).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Prioritized Daily Plan: Renders tomorrow's action plan organized by priority level (Priority 1, 2, 3).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⚙️ Deterministic Fallback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 API Key Dependency: Operates smoothly when AI credentials (Gemini/OpenAI) are unconfigured.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Deterministic Logic: Generates structured action plans using Phase 5 forecasting &amp; financial data.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Transparent Mode Badge: Displays '🤖 Gemini AI Grounded' or '⚙️ Deterministic Engine' badge in UI.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100% Read-Only Safety: Calling /api/advisor/tomorrow or /api/advisor/ask causes 0 database side-effects.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FEATURE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Seasonal/Local Intelligence &amp; Verifiable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📍 Local &amp; Seasonal Intelligence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3-Tier Location Resolver: GPS Browser → Manual Locality → Default Store fallback.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3 Evidence Levels: [FACT] (store data), [SIGNAL] (climate &amp; festival dates), [RECOMMENDATION] (actionable advice).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Explainable Rationale: Why-reasoning provided for every stock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📑 Verifiable Multi-Format Reports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Centralized Report Service: Single backend data collector guarantees 100% numeric consistency.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ReportLab PDF: Formatted PDF business report with metadata &amp; stock alerts.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openpyxl Excel: 7-sheet workbook for deep accounting audits.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Matplotlib PNG: Clean dashboard snapshot card for instant WhatsApp sharing.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PRODUCT ROADMAP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TODAY → NEXT → SCALE → VISION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ℹ️ Note: Features under NEXT, SCALE, and VISION represent future scope roadmap capabilities — not part of current hackathon MVP.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1. TODAY — WORKING MVP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Natural Sales &amp; Voice Capture</a:t>
            </a:r>
            <a:br/>
            <a:r>
              <a:t>• AI Wholesale Invoice OCR</a:t>
            </a:r>
            <a:br/>
            <a:r>
              <a:t>• Deterministic Financials</a:t>
            </a:r>
            <a:br/>
            <a:r>
              <a:t>• Real-Time BI &amp; Demand Forecast</a:t>
            </a:r>
            <a:br/>
            <a:r>
              <a:t>• Grounded AI Advisor &amp; Local Intel</a:t>
            </a:r>
            <a:br/>
            <a:r>
              <a:t>• PDF / XLSX / PNG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2. NEXT — PRODUCT SCALE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Production PostgreSQL/Supabase DB</a:t>
            </a:r>
            <a:br/>
            <a:r>
              <a:t>• Multi-Shop Tenant Architecture</a:t>
            </a:r>
            <a:br/>
            <a:r>
              <a:t>• Indian Language Support (Hindi, etc.)</a:t>
            </a:r>
            <a:br/>
            <a:r>
              <a:t>• Offline-First PWA Sync (IndexedDB)</a:t>
            </a:r>
            <a:br/>
            <a:r>
              <a:t>• Dynamic Multi-LLM Model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5603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3. SCALE — RETAIL ECOSYSTEM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Supplier B2B Wholesale Sync</a:t>
            </a:r>
            <a:br/>
            <a:r>
              <a:t>• Automated Reorder PO Workflows</a:t>
            </a:r>
            <a:br/>
            <a:r>
              <a:t>• WhatsApp Business Voice Bot</a:t>
            </a:r>
            <a:br/>
            <a:r>
              <a:t>• POS, Payment Gateway &amp; Tally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56032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4. VISION — RETAIL AI OS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"An AI Operating System for Small Retailers"</a:t>
            </a:r>
            <a:br/>
            <a:r>
              <a:t>Natural voice, text, mobile &amp; WhatsApp interface for complete sales, inventory, demand forecasting &amp; automated supplier fulfillment.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SUMMARY &amp; PROJECT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MARUTHI — Ready for MSME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🏆 Project Status &amp; Quality Metrics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Automated Pytest Suite: 83 / 83 tests passing (100% pass rate in 10.33s).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Frontend Production Build: npm run build completed in 8.79s (0 build errors).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Optimized Production Bundle: Main JS chunk size reduced from 647.5 kB to 109.25 kB.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Complete Phase Coverage: Phases 1–8 fully implemented, verified &amp; frozen.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✅ Zero Hardware Cost: Empowers Kirana store owners using only a smartphone browser.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🔗 GitHub Repository: https://github.com/KSudheer21/msme-bi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